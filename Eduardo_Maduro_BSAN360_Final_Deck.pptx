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Assists</c:v>
                </c:pt>
                <c:pt idx="1">
                  <c:v>Rebounds</c:v>
                </c:pt>
                <c:pt idx="2">
                  <c:v>Net rating</c:v>
                </c:pt>
                <c:pt idx="3">
                  <c:v>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1.7829999999999999</c:v>
                </c:pt>
                <c:pt idx="1">
                  <c:v>1.119</c:v>
                </c:pt>
                <c:pt idx="2">
                  <c:v>5.5E-2</c:v>
                </c:pt>
                <c:pt idx="3">
                  <c:v>-0.10199999999999999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8D-3C41-99F0-8BDB4D73AE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-0.3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 w="12700" cap="flat">
          <a:solidFill>
            <a:srgbClr val="E2E8F0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Players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Round 1</c:v>
                </c:pt>
                <c:pt idx="1">
                  <c:v>Round 2</c:v>
                </c:pt>
                <c:pt idx="2">
                  <c:v>Other / undrafted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6734</c:v>
                </c:pt>
                <c:pt idx="1">
                  <c:v>2417</c:v>
                </c:pt>
                <c:pt idx="2">
                  <c:v>1569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8C-A843-BC2F-EE46FC9CAB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500"/>
      </c:valAx>
      <c:spPr>
        <a:noFill/>
        <a:ln w="12700" cap="flat">
          <a:solidFill>
            <a:srgbClr val="E2E8F0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62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Course submission requirements from the uploaded file “Final Project Deliverables (1).docx”.
- Dataset source for the link line on later slides: Kaggle, Justinas, NBA Players dataset.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Original dataset shape, column count, and descriptive statistics from “annotated-Project 2 BSAN 360 - Colab-1.pdf”.
- Public dataset listing from Kaggle, Justinas, “NBA Players”.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Missingness and selected columns from “annotated-Project 2 BSAN 360 - Colab-1.pdf”.
- Low sample filtering counts and grouped preparation details from “annotated-BSAN 360 project 3.pdf”, “annotated-Project_5_with_explanation.pdf”, and “annotated-Project_last_with_final_comment (1).pdf”.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Slide structure requirement from “Final Project Deliverables (1).docx”.
- Research questions synthesized from the uploaded analysis PDFs covering exploratory visuals, regression, and ANOVA.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Visuals and narrative findings from “annotated-Project_4_with_Findings (1).pdf”.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Final regression sample statistics, R², and coefficients from “annotated-Project_last_with_final_comment (1).pdf”.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Final ANOVA statistics and group counts from “annotated-Project_last_with_final_comment (1).pdf”.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Final conclusions from “annotated-Project_last_with_final_comment (1).pdf”.
- Submission format requirement from “Final Project Deliverables (1).docx”.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NBA Player Scoring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16642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How player performance and draft background relate to scoring output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Eduardo Maduro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BSAN 360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March 2026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13232" y="443484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46177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GitHub repository link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4901184"/>
            <a:ext cx="52578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300" u="sng" dirty="0">
                <a:solidFill>
                  <a:srgbClr val="2563EB"/>
                </a:solidFill>
              </a:rPr>
              <a:t>https://github.com/&lt;your-username&gt;/bsan-360-nba-scoring-project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1832" y="5184648"/>
            <a:ext cx="4937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97316"/>
                </a:solidFill>
              </a:rPr>
              <a:t>Replace the placeholder with your real repo URL before submitting.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635240" y="914400"/>
            <a:ext cx="3566160" cy="3566160"/>
          </a:xfrm>
          <a:prstGeom prst="ellipse">
            <a:avLst/>
          </a:prstGeom>
          <a:solidFill>
            <a:srgbClr val="FFF1E8"/>
          </a:solidFill>
          <a:ln w="12700">
            <a:solidFill>
              <a:srgbClr val="FFD5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2468880" cy="2468880"/>
          </a:xfrm>
          <a:prstGeom prst="arc">
            <a:avLst/>
          </a:prstGeom>
          <a:solidFill>
            <a:srgbClr val="FFF1E8">
              <a:alpha val="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418320" y="1417320"/>
            <a:ext cx="0" cy="246888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83880" y="2651760"/>
            <a:ext cx="2468880" cy="0"/>
          </a:xfrm>
          <a:prstGeom prst="line">
            <a:avLst/>
          </a:prstGeom>
          <a:noFill/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63840" y="1097280"/>
            <a:ext cx="3108960" cy="3108960"/>
          </a:xfrm>
          <a:prstGeom prst="arc">
            <a:avLst/>
          </a:prstGeom>
          <a:solidFill>
            <a:srgbClr val="FFF1E8">
              <a:alpha val="0"/>
            </a:srgbClr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18120" y="4800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Final managerial deck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18120" y="516636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8 slides, executive style, no code shown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11480" y="64922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BSAN 360 Final Project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521440" y="64739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737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7F8"/>
                </a:solidFill>
              </a:rPr>
              <a:t>Dataset, scope, and objective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914400"/>
            <a:ext cx="149961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5669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</a:rPr>
              <a:t>This project uses a public multi season NBA player statistics dataset to study what best explains scoring output and whether draft background is associated with different scoring outcomes.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587752"/>
            <a:ext cx="109728" cy="9052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587752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Rows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282549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12,844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31912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player season records in the original dataset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24231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36392" y="2587752"/>
            <a:ext cx="109728" cy="9052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2587752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Columns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282549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37560" y="31912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performance, demographics, team, and draft variables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57800" y="242316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22392" y="2587752"/>
            <a:ext cx="109728" cy="9052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23560" y="2587752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Mean 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282549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27.0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23560" y="31912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average age in the raw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09560" y="14173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74152" y="1581912"/>
            <a:ext cx="109728" cy="9052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75320" y="1581912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Source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75320" y="181965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Kaggle: NBA Players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75320" y="218541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Public dataset used throughout the project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09560" y="2752344"/>
            <a:ext cx="3611880" cy="1271016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074152" y="2953512"/>
            <a:ext cx="109728" cy="9052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75320" y="2953512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Key variables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75320" y="3191256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pts, gp, reb, ast, usg_pct, age, draft_round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275320" y="355701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Core measures used in the final analyses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" y="3977640"/>
            <a:ext cx="67208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4400" y="41879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Business question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44988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Which signals are most useful for understanding NBA scoring output?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14400" y="495604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The project builds from data cleaning, exploratory analysis, grouping, and model testing into a final story about performance drivers and draft related differences in scoring.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411480" y="64922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BSAN 360 Final Project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1521440" y="64739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preparation and modeling sample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737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7F8"/>
                </a:solidFill>
              </a:rPr>
              <a:t>How the weekly assignments rolled into the final analysis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914400"/>
            <a:ext cx="149961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PREP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112" y="1490472"/>
            <a:ext cx="109728" cy="9052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49047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Relevant columns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72821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0939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reduced to the fields needed for scoring analysis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63240" y="132588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1490472"/>
            <a:ext cx="109728" cy="9052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149047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Missingness check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172821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20939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missing values remaining after filtering relevant columns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132588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59552" y="1490472"/>
            <a:ext cx="109728" cy="9052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0" y="14904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Final sample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172821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10,720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60720" y="209397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players with at least 20 games played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2880360"/>
            <a:ext cx="6583680" cy="3017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Started with the full dataset, then focused on scoring related variables such as points, rebounds, assists, age, usage, and draft information.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Professor feedback led to removing very low sample players so outliers from tiny workloads would not distort results.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Earlier exploratory work also used a stricter filter of gp &gt;= 20 and pts &gt;= 3, producing 9,614 rows for visuals and transformations.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Intermediate work created season_start, total_contribution, grouped team summaries, and Yeo Johnson transformations for skewed variables.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98080" y="1153186"/>
            <a:ext cx="3840480" cy="45262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83880" y="16916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Why this matters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83880" y="2011680"/>
            <a:ext cx="3276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 cleaner sample makes the final statistics more credible.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83880" y="2816352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The final deck does not repeat every weekly output. Instead, it highlights the steps that materially improved the quality of the final story.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83880" y="39319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Key prep milestones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• Relevant variable selection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• Missing data check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• Low sample filtering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</a:rPr>
              <a:t>• Transformations and grouped summaries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11480" y="64922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BSAN 360 Final Project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521440" y="64739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questions and hypotheses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737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7F8"/>
                </a:solidFill>
              </a:rPr>
              <a:t>The final story is built around three core questions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914400"/>
            <a:ext cx="149961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QUESTIONS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1371600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1560" y="157276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74520" y="153619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What do the distributions and visual relationships suggest about scoring?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372600" y="170078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Exploratory visuals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2926080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51560" y="312724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324612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74520" y="309067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How much do rebounds, assists, age, and net rating explain points per game?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372600" y="32552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Regression model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480560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51560" y="4681728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1560" y="480060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874520" y="464515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Does scoring differ across Round 1, Round 2, and other or undrafted players?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372600" y="48097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ANOVA test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94360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11480" y="64922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BSAN 360 Final Project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1521440" y="64739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Exploratory findings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737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7F8"/>
                </a:solidFill>
              </a:rPr>
              <a:t>Scoring is skewed, usage is a strong signal, and age may matter nonlinearly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914400"/>
            <a:ext cx="149961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RQ1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6400800" cy="5074920"/>
          </a:xfrm>
          <a:prstGeom prst="roundRect">
            <a:avLst>
              <a:gd name="adj" fmla="val 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hist_pts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35229"/>
            <a:ext cx="2743200" cy="1684421"/>
          </a:xfrm>
          <a:prstGeom prst="rect">
            <a:avLst/>
          </a:prstGeom>
        </p:spPr>
      </p:pic>
      <p:pic>
        <p:nvPicPr>
          <p:cNvPr id="9" name="Image 1" descr="/mnt/data/scatter_usage_pts_plot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567339"/>
            <a:ext cx="2880360" cy="1620203"/>
          </a:xfrm>
          <a:prstGeom prst="rect">
            <a:avLst/>
          </a:prstGeom>
        </p:spPr>
      </p:pic>
      <p:pic>
        <p:nvPicPr>
          <p:cNvPr id="10" name="Image 2" descr="/mnt/data/boxplot_age_pts_bet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538" y="3584448"/>
            <a:ext cx="2836445" cy="1874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11704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Distribution of points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343400" y="117043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Usage vs points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926080" y="335584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Points by age group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315200" y="1417320"/>
            <a:ext cx="4206240" cy="4526280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7635240" y="16642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Main takeaways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543800" y="1938528"/>
            <a:ext cx="361188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Points, rebounds, and assists were right skewed, which signaled that raw performance metrics were not normally distributed.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Usage percentage showed one of the clearest positive relationships with points, making offensive involvement a key indicator of scoring output.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Age looked more meaningful in grouped views than as a perfectly linear trend, suggesting that scoring peaks may cluster within prime age bands.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635240" y="5257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Why it matters: the visuals informed the later modeling choices instead of treating every variable as simple and linear from the start.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11480" y="64922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BSAN 360 Final Project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11521440" y="64739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Regression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737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7F8"/>
                </a:solidFill>
              </a:rPr>
              <a:t>How much of scoring can be explained by the selected performance variables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914400"/>
            <a:ext cx="149961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RQ2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4572000" cy="516636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mnt/data/scatter_usage_nonlinear_plot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64723"/>
            <a:ext cx="4114800" cy="23513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8006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Usage helps show the upward scoring pattern seen before modeling.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2120" y="132588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696712" y="1490472"/>
            <a:ext cx="109728" cy="8138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97880" y="14904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R²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97880" y="172821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0.64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897880" y="20939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moderately strong fit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589520" y="132588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754112" y="1490472"/>
            <a:ext cx="109728" cy="8138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955280" y="14904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Rows used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55280" y="172821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10,720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955280" y="20939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final regression sample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646920" y="132588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9811512" y="1490472"/>
            <a:ext cx="109728" cy="8138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012680" y="14904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Mean PPG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012680" y="172821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9.22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0012680" y="20939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from the modeled sample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669280" y="2743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Estimated coefficients</a:t>
            </a:r>
            <a:endParaRPr lang="en-US" sz="12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5623560" y="2971800"/>
          <a:ext cx="55321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Text 23"/>
          <p:cNvSpPr/>
          <p:nvPr/>
        </p:nvSpPr>
        <p:spPr>
          <a:xfrm>
            <a:off x="5669280" y="580644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Assists had the largest positive coefficient in the final model, followed by rebounds. Age had a small negative coefficient, while net rating added a small positive effect.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11480" y="64922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BSAN 360 Final Project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521440" y="64739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ANOVA results by draft group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737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7F8"/>
                </a:solidFill>
              </a:rPr>
              <a:t>Scoring differs significantly across draft background categories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914400"/>
            <a:ext cx="149961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RQ3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112" y="1490472"/>
            <a:ext cx="109728" cy="8138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49047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F statistic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72821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662.188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0939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strong between group separation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132588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16352" y="1490472"/>
            <a:ext cx="109728" cy="8138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0" y="149047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 value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172821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&lt; 0.001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017520" y="20939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reject the null hypothesis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32588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36592" y="1490472"/>
            <a:ext cx="109728" cy="8138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1490472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Groups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172821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37760" y="2093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Round 1, Round 2, and other or undrafted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2743200"/>
            <a:ext cx="566928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7552" y="29718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Sample sizes by group</a:t>
            </a:r>
            <a:endParaRPr lang="en-US" sz="12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960120" y="3273552"/>
          <a:ext cx="51663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7040880" y="1325880"/>
            <a:ext cx="4251960" cy="452628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315200" y="1645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15200" y="1920240"/>
            <a:ext cx="3337560" cy="2606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The ANOVA result shows that average scoring is not the same across all draft groups.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Draft background captures meaningful differences in player scoring outcomes beyond random variation.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This supports the broader conclusion that both on court performance variables and player background matter for understanding scoring output.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315200" y="50749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Group counts: Round 1 = 6,734, Round 2 = 2,417, Other / undrafted = 1,569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11480" y="64922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BSAN 360 Final Project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11521440" y="64739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 and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737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7F8"/>
                </a:solidFill>
              </a:rPr>
              <a:t>The final project story in executive form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841248"/>
            <a:ext cx="1645920" cy="301752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914400"/>
            <a:ext cx="149961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 WHAT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3566160" cy="45262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6276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Key conclusions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301752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Scoring is shaped by multiple factors, not one single metric.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Offensive involvement and playmaking related variables are especially informative.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Draft background still separates player scoring outcomes in a statistically meaningful way.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1325880"/>
            <a:ext cx="3154680" cy="45262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6276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Managerial recommendations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901952"/>
            <a:ext cx="269748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Use usage, assists, and rebounds together when evaluating scoring potential.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Avoid judging players with tiny workloads the same way as regular rotation players.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</a:rPr>
              <a:t>Combine statistical output with player background rather than relying on draft status alone.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880" y="47091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64922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BSAN 360 Final Project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521440" y="64739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1253</Words>
  <Application>Microsoft Macintosh PowerPoint</Application>
  <PresentationFormat>Widescreen</PresentationFormat>
  <Paragraphs>155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NBA Player Scoring Analysis</dc:title>
  <dc:subject>BSAN 360 final project deck</dc:subject>
  <dc:creator>OpenAI</dc:creator>
  <cp:lastModifiedBy>Maduro,Eduardo</cp:lastModifiedBy>
  <cp:revision>2</cp:revision>
  <dcterms:created xsi:type="dcterms:W3CDTF">2026-03-16T17:08:14Z</dcterms:created>
  <dcterms:modified xsi:type="dcterms:W3CDTF">2026-03-16T17:13:52Z</dcterms:modified>
</cp:coreProperties>
</file>